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629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9CAB4E-FCD9-9332-915C-4019D7F30B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00" y="-101902"/>
            <a:ext cx="9087514" cy="92459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75B6F1-75FA-C2C3-3FFA-A8E686CB47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149074"/>
            <a:ext cx="9423400" cy="42405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4182F5-4735-D68D-B288-EE8BFAF950E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600" y="4652772"/>
            <a:ext cx="9423400" cy="424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881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0</Words>
  <Application>Microsoft Office PowerPoint</Application>
  <PresentationFormat>Custom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Isaac Balaguer Herrando</cp:lastModifiedBy>
  <cp:revision>2</cp:revision>
  <dcterms:created xsi:type="dcterms:W3CDTF">2006-08-16T00:00:00Z</dcterms:created>
  <dcterms:modified xsi:type="dcterms:W3CDTF">2026-06-02T11:01:31Z</dcterms:modified>
</cp:coreProperties>
</file>